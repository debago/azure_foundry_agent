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548640"/>
            <a:ext cx="1005840" cy="10058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48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☁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 Log Analyzer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06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Error Log Analysis on Azure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4572000" cy="2743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.txt or .log error files → Instant AI-powered root cause analysis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F204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AI Foundry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41148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F204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App Service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41148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F204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41148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F204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Architecture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7315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flow from user browser to AI Foundry-deployed agent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1508760" cy="1463040"/>
          </a:xfrm>
          <a:prstGeom prst="roundRect">
            <a:avLst>
              <a:gd name="adj" fmla="val 5000"/>
            </a:avLst>
          </a:prstGeom>
          <a:solidFill>
            <a:srgbClr val="1A6B9E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" y="126187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28600" y="182880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Browser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1920240"/>
            <a:ext cx="3200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38528" y="1828800"/>
            <a:ext cx="164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0" y="1234440"/>
            <a:ext cx="1508760" cy="1463040"/>
          </a:xfrm>
          <a:prstGeom prst="roundRect">
            <a:avLst>
              <a:gd name="adj" fmla="val 5000"/>
            </a:avLst>
          </a:prstGeom>
          <a:solidFill>
            <a:srgbClr val="0F5A8A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28800" y="126187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182880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App 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 UI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1920240"/>
            <a:ext cx="3200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38728" y="1828800"/>
            <a:ext cx="164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29000" y="1234440"/>
            <a:ext cx="1508760" cy="1463040"/>
          </a:xfrm>
          <a:prstGeom prst="roundRect">
            <a:avLst>
              <a:gd name="adj" fmla="val 5000"/>
            </a:avLst>
          </a:prstGeom>
          <a:solidFill>
            <a:srgbClr val="0A4A7A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126187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182880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Identity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1920240"/>
            <a:ext cx="3200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38928" y="1828800"/>
            <a:ext cx="164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0" y="1234440"/>
            <a:ext cx="1508760" cy="1463040"/>
          </a:xfrm>
          <a:prstGeom prst="roundRect">
            <a:avLst>
              <a:gd name="adj" fmla="val 5000"/>
            </a:avLst>
          </a:prstGeom>
          <a:solidFill>
            <a:srgbClr val="064570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0" y="126187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🏗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182880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AI Foundry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Deployment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1920240"/>
            <a:ext cx="3200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39128" y="1828800"/>
            <a:ext cx="164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29400" y="1234440"/>
            <a:ext cx="1508760" cy="1463040"/>
          </a:xfrm>
          <a:prstGeom prst="roundRect">
            <a:avLst>
              <a:gd name="adj" fmla="val 5000"/>
            </a:avLst>
          </a:prstGeom>
          <a:solidFill>
            <a:srgbClr val="032A50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126187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182880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Agent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737360" y="26974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HTTP/S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3337560" y="26974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DefaultAzureCredential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26974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Agent SDK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537960" y="26974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Deployed Agent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8600" y="320040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0F2044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1148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Output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11480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Root Cause Identification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2514600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Error Pattern Detection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617720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Remediation Suggestions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720840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Severity 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 Breakdown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4297680" cy="1737360"/>
          </a:xfrm>
          <a:prstGeom prst="roundRect">
            <a:avLst>
              <a:gd name="adj" fmla="val 4211"/>
            </a:avLst>
          </a:prstGeom>
          <a:solidFill>
            <a:srgbClr val="0D3A6E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– Azure App Service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14173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Streamlit UI hosted on Azure Web App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16916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Accepts .txt and .log file uploads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20040" y="19659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Public URL accessible to any user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20040" y="22402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app.py handles UI and agent invocation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297680" cy="1737360"/>
          </a:xfrm>
          <a:prstGeom prst="roundRect">
            <a:avLst>
              <a:gd name="adj" fmla="val 4211"/>
            </a:avLst>
          </a:prstGeom>
          <a:solidFill>
            <a:srgbClr val="0D3A6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&amp; Security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4173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App Service Managed Identity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6916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DefaultAzureCredential authentication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19659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No credentials stored in code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2402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Role-based access to Azure AI Foundry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2834640"/>
            <a:ext cx="4297680" cy="1737360"/>
          </a:xfrm>
          <a:prstGeom prst="roundRect">
            <a:avLst>
              <a:gd name="adj" fmla="val 4211"/>
            </a:avLst>
          </a:prstGeom>
          <a:solidFill>
            <a:srgbClr val="0D3A6E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0040" y="2926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AI Foundry — Deployed Agent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" y="33375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Agent: devops-logs-analysis-agent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20040" y="36118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Project: devops-logs-analysis-agent-dev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" y="38862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Agent deployed &amp; hosted in Foundry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41605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Invoked via Foundry Agent SDK / API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834640"/>
            <a:ext cx="4297680" cy="1737360"/>
          </a:xfrm>
          <a:prstGeom prst="roundRect">
            <a:avLst>
              <a:gd name="adj" fmla="val 4211"/>
            </a:avLst>
          </a:prstGeom>
          <a:solidFill>
            <a:srgbClr val="0D3A6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00600" y="2926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Engine – GPT-5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33375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GPT-5 model backing the Foundry agent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36118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Deep log file comprehension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38862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Root cause &amp; pattern detection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800600" y="41605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Actionable remediation output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Flow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7315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journey of a log file through the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57200" cy="4572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" y="1645920"/>
            <a:ext cx="45720" cy="274320"/>
          </a:xfrm>
          <a:prstGeom prst="rect">
            <a:avLst/>
          </a:prstGeom>
          <a:solidFill>
            <a:srgbClr val="7090B0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188720"/>
            <a:ext cx="7863840" cy="548640"/>
          </a:xfrm>
          <a:prstGeom prst="roundRect">
            <a:avLst>
              <a:gd name="adj" fmla="val 8333"/>
            </a:avLst>
          </a:prstGeom>
          <a:solidFill>
            <a:srgbClr val="0F204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12252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Uploads Log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463040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opens Azure Web App URL and uploads a .txt or .log error file via Streamlit UI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457200" cy="45720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" y="2377440"/>
            <a:ext cx="45720" cy="274320"/>
          </a:xfrm>
          <a:prstGeom prst="rect">
            <a:avLst/>
          </a:prstGeom>
          <a:solidFill>
            <a:srgbClr val="7090B0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1920240"/>
            <a:ext cx="7863840" cy="548640"/>
          </a:xfrm>
          <a:prstGeom prst="roundRect">
            <a:avLst>
              <a:gd name="adj" fmla="val 8333"/>
            </a:avLst>
          </a:prstGeom>
          <a:solidFill>
            <a:srgbClr val="0F2044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19568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via Managed Identity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194560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app.py uses DefaultAzureCredential to authenticate as the App Service Managed Identity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65176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432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" y="3108960"/>
            <a:ext cx="45720" cy="274320"/>
          </a:xfrm>
          <a:prstGeom prst="rect">
            <a:avLst/>
          </a:prstGeom>
          <a:solidFill>
            <a:srgbClr val="7090B0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2651760"/>
            <a:ext cx="7863840" cy="548640"/>
          </a:xfrm>
          <a:prstGeom prst="roundRect">
            <a:avLst>
              <a:gd name="adj" fmla="val 8333"/>
            </a:avLst>
          </a:prstGeom>
          <a:solidFill>
            <a:srgbClr val="0F20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26883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Agent Invoked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2926080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content is sent to devops-logs-analysis-agent — an agent deployed to Azure AI Foundry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383280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43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" y="3840480"/>
            <a:ext cx="45720" cy="274320"/>
          </a:xfrm>
          <a:prstGeom prst="rect">
            <a:avLst/>
          </a:prstGeom>
          <a:solidFill>
            <a:srgbClr val="7090B0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" y="3383280"/>
            <a:ext cx="7863840" cy="548640"/>
          </a:xfrm>
          <a:prstGeom prst="roundRect">
            <a:avLst>
              <a:gd name="adj" fmla="val 8333"/>
            </a:avLst>
          </a:prstGeom>
          <a:solidFill>
            <a:srgbClr val="0F2044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51560" y="34198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GPT-5 Processes the Log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3657600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deployed Foundry agent runs on GPT-5, identifies errors, root causes, and error patterns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114800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7432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14400" y="4114800"/>
            <a:ext cx="7863840" cy="548640"/>
          </a:xfrm>
          <a:prstGeom prst="roundRect">
            <a:avLst>
              <a:gd name="adj" fmla="val 8333"/>
            </a:avLst>
          </a:prstGeom>
          <a:solidFill>
            <a:srgbClr val="0F2044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1560" y="41513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Returned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4389120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analysis with root causes, severity, and remediation steps is displayed to user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Benefits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4297680" cy="1143000"/>
          </a:xfrm>
          <a:prstGeom prst="roundRect">
            <a:avLst>
              <a:gd name="adj" fmla="val 6400"/>
            </a:avLst>
          </a:prstGeom>
          <a:solidFill>
            <a:srgbClr val="0F204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16152"/>
            <a:ext cx="457200" cy="4572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040" y="1216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by Design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3716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Identity eliminates credential exposure. No secrets in code or config files.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297680" cy="1143000"/>
          </a:xfrm>
          <a:prstGeom prst="roundRect">
            <a:avLst>
              <a:gd name="adj" fmla="val 6400"/>
            </a:avLst>
          </a:prstGeom>
          <a:solidFill>
            <a:srgbClr val="0F20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21615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216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Analysis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13716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a log file and get AI-powered root cause analysis in seconds with GPT-5.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2286000"/>
            <a:ext cx="4297680" cy="1143000"/>
          </a:xfrm>
          <a:prstGeom prst="roundRect">
            <a:avLst>
              <a:gd name="adj" fmla="val 6400"/>
            </a:avLst>
          </a:prstGeom>
          <a:solidFill>
            <a:srgbClr val="0F2044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542032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004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Setup for Users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26974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user with the Azure Web App URL can immediately start analyzing logs — no install needed.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286000"/>
            <a:ext cx="4297680" cy="1143000"/>
          </a:xfrm>
          <a:prstGeom prst="roundRect">
            <a:avLst>
              <a:gd name="adj" fmla="val 6400"/>
            </a:avLst>
          </a:prstGeom>
          <a:solidFill>
            <a:srgbClr val="0F2044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542032"/>
            <a:ext cx="457200" cy="4572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Scale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26974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on Azure App Service and Azure AI Foundry, ready to scale with your team.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" y="3611880"/>
            <a:ext cx="4297680" cy="1143000"/>
          </a:xfrm>
          <a:prstGeom prst="roundRect">
            <a:avLst>
              <a:gd name="adj" fmla="val 6400"/>
            </a:avLst>
          </a:prstGeom>
          <a:solidFill>
            <a:srgbClr val="0F2044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867912"/>
            <a:ext cx="457200" cy="457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20040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GPT-5 Intelligence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4023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Foundry-deployed agent is backed by GPT-5 for deep log comprehension and pattern recognition.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611880"/>
            <a:ext cx="4297680" cy="1143000"/>
          </a:xfrm>
          <a:prstGeom prst="roundRect">
            <a:avLst>
              <a:gd name="adj" fmla="val 6400"/>
            </a:avLst>
          </a:prstGeom>
          <a:solidFill>
            <a:srgbClr val="0F2044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3867912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00600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349240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Actionable Output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349240" y="4023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 not just findings, but prioritized remediation steps and fix recommendations.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8503920" cy="658368"/>
          </a:xfrm>
          <a:prstGeom prst="roundRect">
            <a:avLst>
              <a:gd name="adj" fmla="val 8333"/>
            </a:avLst>
          </a:prstGeom>
          <a:solidFill>
            <a:srgbClr val="103060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88136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040" y="108813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Layer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0" y="1069848"/>
            <a:ext cx="548640" cy="347472"/>
          </a:xfrm>
          <a:prstGeom prst="roundRect">
            <a:avLst>
              <a:gd name="adj" fmla="val 1052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45920" y="106984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101498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 (Python)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130759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app.py   •   Azure Web App   •   Public URL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1627632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9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" y="1728216"/>
            <a:ext cx="8503920" cy="658368"/>
          </a:xfrm>
          <a:prstGeom prst="roundRect">
            <a:avLst>
              <a:gd name="adj" fmla="val 8333"/>
            </a:avLst>
          </a:prstGeom>
          <a:solidFill>
            <a:srgbClr val="0D2A56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856232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" y="18562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Layer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0" y="1837944"/>
            <a:ext cx="548640" cy="347472"/>
          </a:xfrm>
          <a:prstGeom prst="roundRect">
            <a:avLst>
              <a:gd name="adj" fmla="val 10526"/>
            </a:avLst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45920" y="183794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17830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App Service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207568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devops-log-analyzer-ui   •   Managed Identity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2395728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9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" y="2496312"/>
            <a:ext cx="8503920" cy="658368"/>
          </a:xfrm>
          <a:prstGeom prst="roundRect">
            <a:avLst>
              <a:gd name="adj" fmla="val 8333"/>
            </a:avLst>
          </a:prstGeom>
          <a:solidFill>
            <a:srgbClr val="0A2248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624328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040" y="26243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Layer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45920" y="2606040"/>
            <a:ext cx="548640" cy="347472"/>
          </a:xfrm>
          <a:prstGeom prst="roundRect">
            <a:avLst>
              <a:gd name="adj" fmla="val 10526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45920" y="260604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2331720" y="255117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DefaultAzureCredential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284378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Service Managed Identity   •   Zero-secret auth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206240" y="3163824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9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" y="3264408"/>
            <a:ext cx="8503920" cy="658368"/>
          </a:xfrm>
          <a:prstGeom prst="roundRect">
            <a:avLst>
              <a:gd name="adj" fmla="val 8333"/>
            </a:avLst>
          </a:prstGeom>
          <a:solidFill>
            <a:srgbClr val="081A38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392424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20040" y="339242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Layer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45920" y="3374136"/>
            <a:ext cx="548640" cy="347472"/>
          </a:xfrm>
          <a:prstGeom prst="roundRect">
            <a:avLst>
              <a:gd name="adj" fmla="val 10526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645920" y="337413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AGNT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2331720" y="331927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AI Foundry — Deployed Agent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2331720" y="361188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devops-logs-analysis-agent   •   Project: devops-logs-analysis-agent-dev   •   Foundry Agent SDK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206240" y="3931920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9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82880" y="4032504"/>
            <a:ext cx="8503920" cy="658368"/>
          </a:xfrm>
          <a:prstGeom prst="roundRect">
            <a:avLst>
              <a:gd name="adj" fmla="val 8333"/>
            </a:avLst>
          </a:prstGeom>
          <a:solidFill>
            <a:srgbClr val="051228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16052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20040" y="4160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Layer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645920" y="4142232"/>
            <a:ext cx="548640" cy="347472"/>
          </a:xfrm>
          <a:prstGeom prst="roundRect">
            <a:avLst>
              <a:gd name="adj" fmla="val 1052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645920" y="414223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2331720" y="408736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GPT-5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2331720" y="437997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backing the Foundry agent   •   Hosted on Azure   •   Log analysis &amp; reasoning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2026-10-01T12:30:43Z</dcterms:created>
  <dcterms:modified xsi:type="dcterms:W3CDTF">2026-10-01T12:30:43Z</dcterms:modified>
</cp:coreProperties>
</file>